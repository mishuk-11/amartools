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668450" cx="9430700"/>
  <p:notesSz cx="6858000" cy="9144000"/>
  <p:embeddedFontLst>
    <p:embeddedFont>
      <p:font typeface="Great Vibes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00">
          <p15:clr>
            <a:srgbClr val="747775"/>
          </p15:clr>
        </p15:guide>
        <p15:guide id="2" pos="29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00" orient="horz"/>
        <p:guide pos="29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reatVibe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616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616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1482" y="965327"/>
            <a:ext cx="8787900" cy="2661300"/>
          </a:xfrm>
          <a:prstGeom prst="rect">
            <a:avLst/>
          </a:prstGeom>
        </p:spPr>
        <p:txBody>
          <a:bodyPr anchorCtr="0" anchor="b" bIns="102375" lIns="102375" spcFirstLastPara="1" rIns="102375" wrap="square" tIns="102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1pPr>
            <a:lvl2pPr lvl="1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2pPr>
            <a:lvl3pPr lvl="2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3pPr>
            <a:lvl4pPr lvl="3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4pPr>
            <a:lvl5pPr lvl="4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5pPr>
            <a:lvl6pPr lvl="5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6pPr>
            <a:lvl7pPr lvl="6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7pPr>
            <a:lvl8pPr lvl="7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8pPr>
            <a:lvl9pPr lvl="8" algn="ctr">
              <a:spcBef>
                <a:spcPts val="0"/>
              </a:spcBef>
              <a:spcAft>
                <a:spcPts val="0"/>
              </a:spcAft>
              <a:buSzPts val="5823"/>
              <a:buNone/>
              <a:defRPr sz="582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21473" y="3674389"/>
            <a:ext cx="8787900" cy="10275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21473" y="2788536"/>
            <a:ext cx="8787900" cy="10914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1pPr>
            <a:lvl2pPr lvl="1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2pPr>
            <a:lvl3pPr lvl="2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3pPr>
            <a:lvl4pPr lvl="3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4pPr>
            <a:lvl5pPr lvl="4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5pPr>
            <a:lvl6pPr lvl="5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6pPr>
            <a:lvl7pPr lvl="6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7pPr>
            <a:lvl8pPr lvl="7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8pPr>
            <a:lvl9pPr lvl="8" algn="ctr">
              <a:spcBef>
                <a:spcPts val="0"/>
              </a:spcBef>
              <a:spcAft>
                <a:spcPts val="0"/>
              </a:spcAft>
              <a:buSzPts val="4031"/>
              <a:buNone/>
              <a:defRPr sz="4031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21473" y="576966"/>
            <a:ext cx="8787900" cy="7425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1pPr>
            <a:lvl2pPr lvl="1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2pPr>
            <a:lvl3pPr lvl="2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3pPr>
            <a:lvl4pPr lvl="3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4pPr>
            <a:lvl5pPr lvl="4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5pPr>
            <a:lvl6pPr lvl="5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6pPr>
            <a:lvl7pPr lvl="6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7pPr>
            <a:lvl8pPr lvl="7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8pPr>
            <a:lvl9pPr lvl="8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21473" y="1494162"/>
            <a:ext cx="8787900" cy="44292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56585" lvl="0" marL="457200">
              <a:spcBef>
                <a:spcPts val="0"/>
              </a:spcBef>
              <a:spcAft>
                <a:spcPts val="0"/>
              </a:spcAft>
              <a:buSzPts val="2016"/>
              <a:buChar char="●"/>
              <a:defRPr sz="2016"/>
            </a:lvl1pPr>
            <a:lvl2pPr indent="-328144" lvl="1" marL="9144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2pPr>
            <a:lvl3pPr indent="-328144" lvl="2" marL="13716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3pPr>
            <a:lvl4pPr indent="-328144" lvl="3" marL="18288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4pPr>
            <a:lvl5pPr indent="-328144" lvl="4" marL="22860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5pPr>
            <a:lvl6pPr indent="-328144" lvl="5" marL="27432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6pPr>
            <a:lvl7pPr indent="-328144" lvl="6" marL="32004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7pPr>
            <a:lvl8pPr indent="-328144" lvl="7" marL="36576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8pPr>
            <a:lvl9pPr indent="-328144" lvl="8" marL="41148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21473" y="576966"/>
            <a:ext cx="8787900" cy="7425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1pPr>
            <a:lvl2pPr lvl="1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2pPr>
            <a:lvl3pPr lvl="2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3pPr>
            <a:lvl4pPr lvl="3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4pPr>
            <a:lvl5pPr lvl="4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5pPr>
            <a:lvl6pPr lvl="5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6pPr>
            <a:lvl7pPr lvl="6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7pPr>
            <a:lvl8pPr lvl="7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8pPr>
            <a:lvl9pPr lvl="8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21473" y="1494162"/>
            <a:ext cx="4125300" cy="44292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28144" lvl="0" marL="4572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1pPr>
            <a:lvl2pPr indent="-313924" lvl="1" marL="9144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2pPr>
            <a:lvl3pPr indent="-313924" lvl="2" marL="13716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3pPr>
            <a:lvl4pPr indent="-313924" lvl="3" marL="18288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4pPr>
            <a:lvl5pPr indent="-313924" lvl="4" marL="22860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5pPr>
            <a:lvl6pPr indent="-313924" lvl="5" marL="27432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6pPr>
            <a:lvl7pPr indent="-313924" lvl="6" marL="32004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7pPr>
            <a:lvl8pPr indent="-313924" lvl="7" marL="36576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8pPr>
            <a:lvl9pPr indent="-313924" lvl="8" marL="41148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983915" y="1494162"/>
            <a:ext cx="4125300" cy="44292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28144" lvl="0" marL="4572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1pPr>
            <a:lvl2pPr indent="-313924" lvl="1" marL="9144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2pPr>
            <a:lvl3pPr indent="-313924" lvl="2" marL="13716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3pPr>
            <a:lvl4pPr indent="-313924" lvl="3" marL="18288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4pPr>
            <a:lvl5pPr indent="-313924" lvl="4" marL="22860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5pPr>
            <a:lvl6pPr indent="-313924" lvl="5" marL="27432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6pPr>
            <a:lvl7pPr indent="-313924" lvl="6" marL="32004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7pPr>
            <a:lvl8pPr indent="-313924" lvl="7" marL="36576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8pPr>
            <a:lvl9pPr indent="-313924" lvl="8" marL="41148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21473" y="576966"/>
            <a:ext cx="8787900" cy="7425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1pPr>
            <a:lvl2pPr lvl="1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2pPr>
            <a:lvl3pPr lvl="2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3pPr>
            <a:lvl4pPr lvl="3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4pPr>
            <a:lvl5pPr lvl="4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5pPr>
            <a:lvl6pPr lvl="5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6pPr>
            <a:lvl7pPr lvl="6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7pPr>
            <a:lvl8pPr lvl="7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8pPr>
            <a:lvl9pPr lvl="8">
              <a:spcBef>
                <a:spcPts val="0"/>
              </a:spcBef>
              <a:spcAft>
                <a:spcPts val="0"/>
              </a:spcAft>
              <a:buSzPts val="3135"/>
              <a:buNone/>
              <a:defRPr sz="313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21473" y="720325"/>
            <a:ext cx="2895900" cy="979800"/>
          </a:xfrm>
          <a:prstGeom prst="rect">
            <a:avLst/>
          </a:prstGeom>
        </p:spPr>
        <p:txBody>
          <a:bodyPr anchorCtr="0" anchor="b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1pPr>
            <a:lvl2pPr lvl="1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2pPr>
            <a:lvl3pPr lvl="2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3pPr>
            <a:lvl4pPr lvl="3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4pPr>
            <a:lvl5pPr lvl="4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5pPr>
            <a:lvl6pPr lvl="5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6pPr>
            <a:lvl7pPr lvl="6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7pPr>
            <a:lvl8pPr lvl="7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8pPr>
            <a:lvl9pPr lvl="8">
              <a:spcBef>
                <a:spcPts val="0"/>
              </a:spcBef>
              <a:spcAft>
                <a:spcPts val="0"/>
              </a:spcAft>
              <a:buSzPts val="2687"/>
              <a:buNone/>
              <a:defRPr sz="268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21473" y="1801590"/>
            <a:ext cx="2895900" cy="41220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13924" lvl="0" marL="4572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1pPr>
            <a:lvl2pPr indent="-313924" lvl="1" marL="9144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2pPr>
            <a:lvl3pPr indent="-313924" lvl="2" marL="13716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3pPr>
            <a:lvl4pPr indent="-313924" lvl="3" marL="18288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4pPr>
            <a:lvl5pPr indent="-313924" lvl="4" marL="22860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5pPr>
            <a:lvl6pPr indent="-313924" lvl="5" marL="27432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6pPr>
            <a:lvl7pPr indent="-313924" lvl="6" marL="3200400">
              <a:spcBef>
                <a:spcPts val="0"/>
              </a:spcBef>
              <a:spcAft>
                <a:spcPts val="0"/>
              </a:spcAft>
              <a:buSzPts val="1344"/>
              <a:buChar char="●"/>
              <a:defRPr sz="1344"/>
            </a:lvl7pPr>
            <a:lvl8pPr indent="-313924" lvl="7" marL="3657600">
              <a:spcBef>
                <a:spcPts val="0"/>
              </a:spcBef>
              <a:spcAft>
                <a:spcPts val="0"/>
              </a:spcAft>
              <a:buSzPts val="1344"/>
              <a:buChar char="○"/>
              <a:defRPr sz="1344"/>
            </a:lvl8pPr>
            <a:lvl9pPr indent="-313924" lvl="8" marL="4114800">
              <a:spcBef>
                <a:spcPts val="0"/>
              </a:spcBef>
              <a:spcAft>
                <a:spcPts val="0"/>
              </a:spcAft>
              <a:buSzPts val="1344"/>
              <a:buChar char="■"/>
              <a:defRPr sz="1344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05621" y="583611"/>
            <a:ext cx="6567600" cy="53037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1pPr>
            <a:lvl2pPr lvl="1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2pPr>
            <a:lvl3pPr lvl="2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3pPr>
            <a:lvl4pPr lvl="3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4pPr>
            <a:lvl5pPr lvl="4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5pPr>
            <a:lvl6pPr lvl="5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6pPr>
            <a:lvl7pPr lvl="6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7pPr>
            <a:lvl8pPr lvl="7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8pPr>
            <a:lvl9pPr lvl="8">
              <a:spcBef>
                <a:spcPts val="0"/>
              </a:spcBef>
              <a:spcAft>
                <a:spcPts val="0"/>
              </a:spcAft>
              <a:buSzPts val="5375"/>
              <a:buNone/>
              <a:defRPr sz="5375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715350" y="-162"/>
            <a:ext cx="4715400" cy="666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2375" lIns="102375" spcFirstLastPara="1" rIns="102375" wrap="square" tIns="10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73824" y="1598788"/>
            <a:ext cx="4172100" cy="1921800"/>
          </a:xfrm>
          <a:prstGeom prst="rect">
            <a:avLst/>
          </a:prstGeom>
        </p:spPr>
        <p:txBody>
          <a:bodyPr anchorCtr="0" anchor="b" bIns="102375" lIns="102375" spcFirstLastPara="1" rIns="102375" wrap="square" tIns="102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1pPr>
            <a:lvl2pPr lvl="1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2pPr>
            <a:lvl3pPr lvl="2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3pPr>
            <a:lvl4pPr lvl="3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4pPr>
            <a:lvl5pPr lvl="4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5pPr>
            <a:lvl6pPr lvl="5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6pPr>
            <a:lvl7pPr lvl="6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7pPr>
            <a:lvl8pPr lvl="7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8pPr>
            <a:lvl9pPr lvl="8" algn="ctr">
              <a:spcBef>
                <a:spcPts val="0"/>
              </a:spcBef>
              <a:spcAft>
                <a:spcPts val="0"/>
              </a:spcAft>
              <a:buSzPts val="4703"/>
              <a:buNone/>
              <a:defRPr sz="470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73824" y="3634133"/>
            <a:ext cx="4172100" cy="16014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1"/>
              <a:buNone/>
              <a:defRPr sz="2351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094373" y="938749"/>
            <a:ext cx="3957300" cy="47907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indent="-356585" lvl="0" marL="457200">
              <a:spcBef>
                <a:spcPts val="0"/>
              </a:spcBef>
              <a:spcAft>
                <a:spcPts val="0"/>
              </a:spcAft>
              <a:buSzPts val="2016"/>
              <a:buChar char="●"/>
              <a:defRPr sz="2016"/>
            </a:lvl1pPr>
            <a:lvl2pPr indent="-328144" lvl="1" marL="9144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2pPr>
            <a:lvl3pPr indent="-328144" lvl="2" marL="13716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3pPr>
            <a:lvl4pPr indent="-328144" lvl="3" marL="18288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4pPr>
            <a:lvl5pPr indent="-328144" lvl="4" marL="22860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5pPr>
            <a:lvl6pPr indent="-328144" lvl="5" marL="27432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6pPr>
            <a:lvl7pPr indent="-328144" lvl="6" marL="3200400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7pPr>
            <a:lvl8pPr indent="-328144" lvl="7" marL="3657600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8pPr>
            <a:lvl9pPr indent="-328144" lvl="8" marL="4114800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21473" y="5484860"/>
            <a:ext cx="6186900" cy="7845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16"/>
              <a:buNone/>
              <a:defRPr sz="2016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21473" y="1434070"/>
            <a:ext cx="8787900" cy="2545500"/>
          </a:xfrm>
          <a:prstGeom prst="rect">
            <a:avLst/>
          </a:prstGeom>
        </p:spPr>
        <p:txBody>
          <a:bodyPr anchorCtr="0" anchor="b" bIns="102375" lIns="102375" spcFirstLastPara="1" rIns="102375" wrap="square" tIns="102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1pPr>
            <a:lvl2pPr lvl="1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2pPr>
            <a:lvl3pPr lvl="2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3pPr>
            <a:lvl4pPr lvl="3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4pPr>
            <a:lvl5pPr lvl="4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5pPr>
            <a:lvl6pPr lvl="5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6pPr>
            <a:lvl7pPr lvl="6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7pPr>
            <a:lvl8pPr lvl="7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8pPr>
            <a:lvl9pPr lvl="8" algn="ctr">
              <a:spcBef>
                <a:spcPts val="0"/>
              </a:spcBef>
              <a:spcAft>
                <a:spcPts val="0"/>
              </a:spcAft>
              <a:buSzPts val="13437"/>
              <a:buNone/>
              <a:defRPr sz="1343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21473" y="4086800"/>
            <a:ext cx="8787900" cy="1686600"/>
          </a:xfrm>
          <a:prstGeom prst="rect">
            <a:avLst/>
          </a:prstGeom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56585" lvl="0" marL="457200" algn="ctr">
              <a:spcBef>
                <a:spcPts val="0"/>
              </a:spcBef>
              <a:spcAft>
                <a:spcPts val="0"/>
              </a:spcAft>
              <a:buSzPts val="2016"/>
              <a:buChar char="●"/>
              <a:defRPr sz="2016"/>
            </a:lvl1pPr>
            <a:lvl2pPr indent="-328144" lvl="1" marL="914400" algn="ctr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2pPr>
            <a:lvl3pPr indent="-328144" lvl="2" marL="1371600" algn="ctr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3pPr>
            <a:lvl4pPr indent="-328144" lvl="3" marL="1828800" algn="ctr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4pPr>
            <a:lvl5pPr indent="-328144" lvl="4" marL="2286000" algn="ctr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5pPr>
            <a:lvl6pPr indent="-328144" lvl="5" marL="2743200" algn="ctr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6pPr>
            <a:lvl7pPr indent="-328144" lvl="6" marL="3200400" algn="ctr">
              <a:spcBef>
                <a:spcPts val="0"/>
              </a:spcBef>
              <a:spcAft>
                <a:spcPts val="0"/>
              </a:spcAft>
              <a:buSzPts val="1568"/>
              <a:buChar char="●"/>
              <a:defRPr sz="1568"/>
            </a:lvl7pPr>
            <a:lvl8pPr indent="-328144" lvl="7" marL="3657600" algn="ctr">
              <a:spcBef>
                <a:spcPts val="0"/>
              </a:spcBef>
              <a:spcAft>
                <a:spcPts val="0"/>
              </a:spcAft>
              <a:buSzPts val="1568"/>
              <a:buChar char="○"/>
              <a:defRPr sz="1568"/>
            </a:lvl8pPr>
            <a:lvl9pPr indent="-328144" lvl="8" marL="4114800" algn="ctr">
              <a:spcBef>
                <a:spcPts val="0"/>
              </a:spcBef>
              <a:spcAft>
                <a:spcPts val="0"/>
              </a:spcAft>
              <a:buSzPts val="1568"/>
              <a:buChar char="■"/>
              <a:defRPr sz="1568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>
              <a:buNone/>
              <a:defRPr sz="1120"/>
            </a:lvl1pPr>
            <a:lvl2pPr lvl="1">
              <a:buNone/>
              <a:defRPr sz="1120"/>
            </a:lvl2pPr>
            <a:lvl3pPr lvl="2">
              <a:buNone/>
              <a:defRPr sz="1120"/>
            </a:lvl3pPr>
            <a:lvl4pPr lvl="3">
              <a:buNone/>
              <a:defRPr sz="1120"/>
            </a:lvl4pPr>
            <a:lvl5pPr lvl="4">
              <a:buNone/>
              <a:defRPr sz="1120"/>
            </a:lvl5pPr>
            <a:lvl6pPr lvl="5">
              <a:buNone/>
              <a:defRPr sz="1120"/>
            </a:lvl6pPr>
            <a:lvl7pPr lvl="6">
              <a:buNone/>
              <a:defRPr sz="1120"/>
            </a:lvl7pPr>
            <a:lvl8pPr lvl="7">
              <a:buNone/>
              <a:defRPr sz="1120"/>
            </a:lvl8pPr>
            <a:lvl9pPr lvl="8">
              <a:buNone/>
              <a:defRPr sz="112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1473" y="576966"/>
            <a:ext cx="87879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375" lIns="102375" spcFirstLastPara="1" rIns="102375" wrap="square" tIns="102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35"/>
              <a:buNone/>
              <a:defRPr sz="313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1473" y="1494162"/>
            <a:ext cx="8787900" cy="44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375" lIns="102375" spcFirstLastPara="1" rIns="102375" wrap="square" tIns="102375">
            <a:normAutofit/>
          </a:bodyPr>
          <a:lstStyle>
            <a:lvl1pPr indent="-35658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16"/>
              <a:buChar char="●"/>
              <a:defRPr sz="2016">
                <a:solidFill>
                  <a:schemeClr val="dk2"/>
                </a:solidFill>
              </a:defRPr>
            </a:lvl1pPr>
            <a:lvl2pPr indent="-32814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○"/>
              <a:defRPr sz="1568">
                <a:solidFill>
                  <a:schemeClr val="dk2"/>
                </a:solidFill>
              </a:defRPr>
            </a:lvl2pPr>
            <a:lvl3pPr indent="-32814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■"/>
              <a:defRPr sz="1568">
                <a:solidFill>
                  <a:schemeClr val="dk2"/>
                </a:solidFill>
              </a:defRPr>
            </a:lvl3pPr>
            <a:lvl4pPr indent="-32814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●"/>
              <a:defRPr sz="1568">
                <a:solidFill>
                  <a:schemeClr val="dk2"/>
                </a:solidFill>
              </a:defRPr>
            </a:lvl4pPr>
            <a:lvl5pPr indent="-32814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○"/>
              <a:defRPr sz="1568">
                <a:solidFill>
                  <a:schemeClr val="dk2"/>
                </a:solidFill>
              </a:defRPr>
            </a:lvl5pPr>
            <a:lvl6pPr indent="-328144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■"/>
              <a:defRPr sz="1568">
                <a:solidFill>
                  <a:schemeClr val="dk2"/>
                </a:solidFill>
              </a:defRPr>
            </a:lvl6pPr>
            <a:lvl7pPr indent="-328144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●"/>
              <a:defRPr sz="1568">
                <a:solidFill>
                  <a:schemeClr val="dk2"/>
                </a:solidFill>
              </a:defRPr>
            </a:lvl7pPr>
            <a:lvl8pPr indent="-328144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○"/>
              <a:defRPr sz="1568">
                <a:solidFill>
                  <a:schemeClr val="dk2"/>
                </a:solidFill>
              </a:defRPr>
            </a:lvl8pPr>
            <a:lvl9pPr indent="-328144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8"/>
              <a:buChar char="■"/>
              <a:defRPr sz="156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738102" y="6045772"/>
            <a:ext cx="5658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375" lIns="102375" spcFirstLastPara="1" rIns="102375" wrap="square" tIns="102375">
            <a:normAutofit/>
          </a:bodyPr>
          <a:lstStyle>
            <a:lvl1pPr lvl="0" algn="r">
              <a:buNone/>
              <a:defRPr sz="1120">
                <a:solidFill>
                  <a:schemeClr val="dk2"/>
                </a:solidFill>
              </a:defRPr>
            </a:lvl1pPr>
            <a:lvl2pPr lvl="1" algn="r">
              <a:buNone/>
              <a:defRPr sz="1120">
                <a:solidFill>
                  <a:schemeClr val="dk2"/>
                </a:solidFill>
              </a:defRPr>
            </a:lvl2pPr>
            <a:lvl3pPr lvl="2" algn="r">
              <a:buNone/>
              <a:defRPr sz="1120">
                <a:solidFill>
                  <a:schemeClr val="dk2"/>
                </a:solidFill>
              </a:defRPr>
            </a:lvl3pPr>
            <a:lvl4pPr lvl="3" algn="r">
              <a:buNone/>
              <a:defRPr sz="1120">
                <a:solidFill>
                  <a:schemeClr val="dk2"/>
                </a:solidFill>
              </a:defRPr>
            </a:lvl4pPr>
            <a:lvl5pPr lvl="4" algn="r">
              <a:buNone/>
              <a:defRPr sz="1120">
                <a:solidFill>
                  <a:schemeClr val="dk2"/>
                </a:solidFill>
              </a:defRPr>
            </a:lvl5pPr>
            <a:lvl6pPr lvl="5" algn="r">
              <a:buNone/>
              <a:defRPr sz="1120">
                <a:solidFill>
                  <a:schemeClr val="dk2"/>
                </a:solidFill>
              </a:defRPr>
            </a:lvl6pPr>
            <a:lvl7pPr lvl="6" algn="r">
              <a:buNone/>
              <a:defRPr sz="1120">
                <a:solidFill>
                  <a:schemeClr val="dk2"/>
                </a:solidFill>
              </a:defRPr>
            </a:lvl7pPr>
            <a:lvl8pPr lvl="7" algn="r">
              <a:buNone/>
              <a:defRPr sz="1120">
                <a:solidFill>
                  <a:schemeClr val="dk2"/>
                </a:solidFill>
              </a:defRPr>
            </a:lvl8pPr>
            <a:lvl9pPr lvl="8" algn="r">
              <a:buNone/>
              <a:defRPr sz="112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board 2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7"/>
            <a:ext cx="9430702" cy="666778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597600" y="2432825"/>
            <a:ext cx="49818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16">
                <a:solidFill>
                  <a:schemeClr val="dk2"/>
                </a:solidFill>
                <a:latin typeface="Great Vibes"/>
                <a:ea typeface="Great Vibes"/>
                <a:cs typeface="Great Vibes"/>
                <a:sym typeface="Great Vibes"/>
              </a:rPr>
              <a:t>&lt;&lt;Name&gt;&gt;</a:t>
            </a:r>
            <a:endParaRPr sz="3116">
              <a:solidFill>
                <a:schemeClr val="dk2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